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diagrams/data1.xml" ContentType="application/vnd.openxmlformats-officedocument.drawingml.diagramData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10"/>
    <p:sldId id="256" r:id="rId7"/>
    <p:sldId id="257" r:id="rId9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data1.xml><?xml version="1.0" encoding="utf-8"?>
<dgm:dataModel xmlns:dgm="http://schemas.openxmlformats.org/drawingml/2006/diagram" xmlns:a="http://schemas.openxmlformats.org/drawingml/2006/main">
  <dgm:ptLst>
    <dgm:pt modelId="0" type="doc"/>
    <dgm:pt modelId="1">
      <dgm:t>
        <a:bodyPr/>
        <a:p>
          <a:r>
            <a:t>要件</a:t>
          </a:r>
        </a:p>
      </dgm:t>
    </dgm:pt>
    <dgm:pt modelId="2">
      <dgm:t>
        <a:bodyPr/>
        <a:p>
          <a:r>
            <a:t>設計</a:t>
          </a:r>
        </a:p>
      </dgm:t>
    </dgm:pt>
    <dgm:pt modelId="3" type="parTrans">
      <dgm:t>
        <a:bodyPr/>
        <a:p>
          <a:r>
            <a:t>並べ替えの印</a:t>
          </a:r>
        </a:p>
      </dgm:t>
    </dgm:pt>
    <dgm:pt modelId="4">
      <dgm:t>
        <a:bodyPr/>
        <a:p>
          <a:r>
            <a:t>リリース</a:t>
          </a:r>
        </a:p>
      </dgm:t>
    </dgm:pt>
  </dgm:ptLst>
</dgm:dataModel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しきい値の根拠は営業部に確認済み</a:t>
            </a:r>
          </a:p>
          <a:p>
            <a:r>
              <a:t>変更は管理画面から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Dgm1" Type="http://schemas.openxmlformats.org/officeDocument/2006/relationships/diagramData" Target="../diagrams/data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送料無料バッジの要件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対象: 商品詳細ページ</a:t>
            </a:r>
          </a:p>
          <a:p>
            <a:pPr lvl="1"/>
            <a:r>
              <a:t>5,000 円以上で表示</a:t>
            </a:r>
          </a:p>
          <a:p>
            <a:pPr lvl="1"/>
            <a:r>
              <a:t>会員ランクは見ない</a:t>
            </a:r>
          </a:p>
          <a:p>
            <a:r>
              <a:t>しきい値は Commerce 側で持つ | OCC で返す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OCC の項目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説明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freeShippingThreshold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しきい値</a:t>
                      </a:r>
                    </a:p>
                    <a:p>
                      <a:r>
                        <a:t>(税込)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eligible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表示するか</a:t>
                      </a: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914400" y="3657600"/>
            <a:ext cx="1828800" cy="914400"/>
            <a:chOff x="914400" y="3657600"/>
            <a:chExt cx="1828800" cy="914400"/>
          </a:xfrm>
        </p:grpSpPr>
        <p:sp>
          <p:nvSpPr>
            <p:cNvPr id="5" name="Rectangle 4"/>
            <p:cNvSpPr/>
            <p:nvPr/>
          </p:nvSpPr>
          <p:spPr>
            <a:xfrm>
              <a:off x="914400" y="3657600"/>
              <a:ext cx="18288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グループ内の注記</a:t>
              </a:r>
            </a:p>
          </p:txBody>
        </p:sp>
      </p:grpSp>
      <p:pic>
        <p:nvPicPr>
          <p:cNvPr id="6" name="Picture 5" descr="画面イメージ(バッジの位置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657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引き継ぎ資料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 年 10 月 フロントエンド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旧案(使わない)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0" name="SmartArt"/>
          <p:cNvGraphicFramePr/>
          <p:nvPr/>
        </p:nvGraphicFramePr>
        <p:xfrm>
          <a:off x="0" y="0"/>
          <a:ext cx="100" cy="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Dgm1" r:lo="rIdDgm2" r:qs="rIdDgm3" r:cs="rIdDgm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